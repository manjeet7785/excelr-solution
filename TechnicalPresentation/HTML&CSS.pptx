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3" r:id="rId4"/>
    <p:sldId id="264" r:id="rId5"/>
    <p:sldId id="258" r:id="rId6"/>
    <p:sldId id="26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D3F38D41-D9DB-40A1-A502-B0F0F57D9879}">
          <p14:sldIdLst>
            <p14:sldId id="256"/>
          </p14:sldIdLst>
        </p14:section>
        <p14:section name="Untitled Section" id="{7D226061-7150-4D92-9983-FB00311BD22D}">
          <p14:sldIdLst>
            <p14:sldId id="257"/>
            <p14:sldId id="263"/>
            <p14:sldId id="264"/>
            <p14:sldId id="258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0155-581D-DEB0-057B-EC27AE146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7064E2-B8C2-6FD8-7D00-F677E8152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60856-CBF6-C6CE-10A5-3020999C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84B9F-C8A1-D31E-5726-4B8C0354C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70E24-4170-B159-D2B6-179B1EF05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11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27ED4-57A0-E96A-F566-A7D965CD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2C4C24-8488-E231-08D3-9F8830621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F25AD-8961-A4AA-98C7-37674740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35F7B-2800-EECE-73BE-054600A1A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BD3CC-078E-3F59-8761-CFB59B3AA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83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2819-400A-32B9-E579-73BEAA50C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FA655E-9735-1E5A-2935-B10DA30B81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16D25-46E5-720D-0025-07E31736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FAFF8-B0D0-81BF-074A-D5869B40A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B8870-0B39-F08B-F654-3C892D94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207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2A82-52C5-A828-1FE6-849F485DA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71522-8AE5-C6F2-6459-4DD01C4907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6CBD13-6351-57E8-F165-FB616F2E78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C367DE-5997-C817-96D4-E23C72683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483B1-D202-AA3A-9736-EC5B5F9C9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88CB0-65C0-24EA-5645-9F9960B26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457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4914A-25B6-F8C9-3E7A-BFF251B97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BE278-DD78-D448-9360-5109E10AC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C8FA64-B31B-0F4E-CA51-AEC88EE098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539C7D-8CE1-FF6F-DF54-198B415B0F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14F05D-9720-D9A8-0F16-69270C528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788882-FDE8-92D0-1C88-CF721FAA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50743-C79C-62CB-A5D1-B21D959D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A2CA6B-1658-6E4E-F063-94FE8329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A6246-17DE-0665-6B39-911C4938C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617FB0-2CC2-BEEB-9458-89760B43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201E5-DBA6-3B86-66D1-A1E13A71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D7A126-954C-468B-8AFF-E3F7AA6F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95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76FDFB-806B-140A-B440-EED32E35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C9F343-DCDA-7339-BB65-D7FA4295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37FC9-9F3A-C440-0606-ABFCE3C0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76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F09A3-4F86-6C7F-65D3-9F676C37B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B3D300-8D76-8552-A42C-E1330A8D7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35BE5D-697C-66F8-0F87-46D0C87ED3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88881-EB71-52F3-3F36-B349636B2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03E97-6FF2-35C0-9706-034350A46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ACD1C-7463-C0A2-6CFC-1AFFC70DC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09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948B-71DC-C9ED-A888-904FBD1F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19E002-FAA7-4DC3-1600-9547B4948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8E3371-E2EE-DB1D-0369-D1DDA1A8F6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A6E3F-5CB0-9411-D490-B28E40C6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B46D9-8CEE-FD51-D122-94821BB1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97C4C-BF7D-AE93-F753-77054D9DB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62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7D720-0393-10BB-8FC7-789CCC00D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1C36F9-5C03-7A99-9851-3C8A53A9C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FEDA7-D273-9791-350D-2FB142398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261C9-5419-8C29-3C76-FDE384ADA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7D727-7897-3826-DBC4-0B21C174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080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22530-90DE-AAFA-538C-8A2467794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6CA5BD-A0A3-F336-635E-6BB83A4B7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16868-B5BC-F7C2-3113-A3374EB58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747BF-1281-AE00-A84E-6EFEB9693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D8D65-A437-843C-E206-8ECDE2898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10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B861F6-1600-778E-8A73-90F451155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CF854-2C4B-A651-3F81-609A0B18E4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C9119-2A64-4C3B-ADB8-B7717205D7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F62DF-03C6-4AD2-A4E8-08AF6971387B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EF10E-C88D-A343-9BF1-583B46965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06E2F-12A8-5E1E-4634-8B8827BA1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3F2333-4FD8-46C1-974F-A6B1D07D6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617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787D2-D4FD-B326-E8B1-EDC7251C1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847" y="510459"/>
            <a:ext cx="9144000" cy="23876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Lists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FAF8DB-2C56-2953-C497-92D3BA680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2799736"/>
            <a:ext cx="10972800" cy="303079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Detailed Technical Presentation  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Manjeet Kumar Maurya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428DBC-AE14-8B6B-44C0-2F6DE4A39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960" y="331992"/>
            <a:ext cx="2566067" cy="25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22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E27B-553E-770D-8D91-A06F6BF22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List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HTML list organizes content into ordered or unordered formats, making information clear and easy to read.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B2C9D-8175-31D3-4FFA-A5A730B10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3" y="1346867"/>
            <a:ext cx="5157787" cy="82391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List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B0181E5-BBA6-8FE1-6C71-E4907FC36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2251587"/>
            <a:ext cx="7550304" cy="38935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Unordered List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unordered list is a type of HTML element used to create a bulleted listing.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they are also called bulleted lists in HTML.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change the style using the type attribute on the &lt;ul&gt;  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elements are typically indicated by bullet points (•) but can be customized with disc (◦), circle (o), and square shapes (■).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86356D3-850F-3399-CD0C-052ECCCB2C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 flipH="1">
            <a:off x="5824842" y="4092049"/>
            <a:ext cx="373628" cy="381947"/>
          </a:xfrm>
        </p:spPr>
        <p:txBody>
          <a:bodyPr>
            <a:normAutofit lnSpcReduction="10000"/>
          </a:bodyPr>
          <a:lstStyle/>
          <a:p>
            <a:r>
              <a:rPr lang="en-US" sz="8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1A0A1-51CE-7A35-132A-60A245C3B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3183" y="2497395"/>
            <a:ext cx="2667372" cy="2805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491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AC33B-DC4E-129A-2C15-0DACAC3FC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0871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List 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 ordered list in HTML is used to display items in a specific, sequential order using numbers, letters, or Roman numerals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76FCD-B7EF-20A7-83BF-ADDDB7552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388780"/>
            <a:ext cx="7853515" cy="410281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HTML 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 element to define an ordered list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HTML type attribute to define the numbering type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HTML &lt;li&gt; element to define a list item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change the numbering style using the type attribute on the 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 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301591-6DE6-5D41-9D3A-8AC7301F1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7882" y="2016434"/>
            <a:ext cx="2753109" cy="2114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763BF9-468C-29F6-1A81-9C42F11B5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7881" y="4131278"/>
            <a:ext cx="2772163" cy="215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0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2FC8D-9D13-6C09-9815-23C246771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861781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List 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nested list is a list within another list. It is used to represent hierarchical data or a 'sub-category' relationship between different items in HTML.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060AF-625A-B8DF-75B6-28C77E2F9A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4825181" cy="25471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Structure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 &amp; Match Flexibility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A4CD3-B6B1-2D99-AC88-253AE0C7F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4515" y="2506663"/>
            <a:ext cx="3315163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35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BD382-53D5-0A84-4784-102D280A0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List : 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description list is a list of terms, with a description of each term.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8638A-134C-7A33-9CD9-75D704D50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7"/>
            <a:ext cx="6958781" cy="434903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HTML &lt;dl&gt; element to define a description list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&lt;dt&gt; Element: Used to specify the 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Term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name or title of the item).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&lt;dd&gt; Element: Used to provide the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Detail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actual explanation or definition of the term).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B43AA-EA0D-0166-4A64-7D593C39E5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587" y="1704298"/>
            <a:ext cx="2962688" cy="2295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8D60BF-B46C-57FD-9611-D71AFD927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774" y="1704297"/>
            <a:ext cx="2838847" cy="25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84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F10B1-2B7C-73AF-8FFA-FFFCF3DFA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9636"/>
          </a:xfrm>
        </p:spPr>
        <p:txBody>
          <a:bodyPr>
            <a:norm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Thank You</a:t>
            </a:r>
          </a:p>
        </p:txBody>
      </p:sp>
    </p:spTree>
    <p:extLst>
      <p:ext uri="{BB962C8B-B14F-4D97-AF65-F5344CB8AC3E}">
        <p14:creationId xmlns:p14="http://schemas.microsoft.com/office/powerpoint/2010/main" val="2748986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182</TotalTime>
  <Words>303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Office Theme</vt:lpstr>
      <vt:lpstr>HTML Lists</vt:lpstr>
      <vt:lpstr>HTML List = An HTML list organizes content into ordered or unordered formats, making information clear and easy to read.</vt:lpstr>
      <vt:lpstr>Ordered List : An ordered list in HTML is used to display items in a specific, sequential order using numbers, letters, or Roman numerals</vt:lpstr>
      <vt:lpstr>Nested List : A nested list is a list within another list. It is used to represent hierarchical data or a 'sub-category' relationship between different items in HTML.</vt:lpstr>
      <vt:lpstr>Description List : A description list is a list of terms, with a description of each term.</vt:lpstr>
      <vt:lpstr>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Manjeet Maurya</dc:creator>
  <cp:lastModifiedBy>Manjeet Maurya</cp:lastModifiedBy>
  <cp:revision>6</cp:revision>
  <dcterms:created xsi:type="dcterms:W3CDTF">2026-04-07T05:56:28Z</dcterms:created>
  <dcterms:modified xsi:type="dcterms:W3CDTF">2026-04-08T12:59:23Z</dcterms:modified>
</cp:coreProperties>
</file>